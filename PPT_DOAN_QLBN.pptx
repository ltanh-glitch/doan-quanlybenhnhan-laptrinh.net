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8" r:id="rId6"/>
    <p:sldId id="267" r:id="rId7"/>
    <p:sldId id="260" r:id="rId8"/>
    <p:sldId id="261" r:id="rId9"/>
    <p:sldId id="262" r:id="rId10"/>
    <p:sldId id="263" r:id="rId11"/>
    <p:sldId id="264" r:id="rId12"/>
    <p:sldId id="265" r:id="rId13"/>
    <p:sldId id="266" r:id="rId14"/>
  </p:sldIdLst>
  <p:sldSz cx="18288000" cy="10287000"/>
  <p:notesSz cx="6858000" cy="9144000"/>
  <p:embeddedFontLst>
    <p:embeddedFont>
      <p:font typeface="Barlow SemiCondensed Bold" panose="020B0604020202020204" charset="-93"/>
      <p:bold r:id="rId15"/>
    </p:embeddedFont>
    <p:embeddedFont>
      <p:font typeface="Barlow SemiCondensed Heavy" panose="020B0604020202020204" charset="-93"/>
      <p:bold r:id="rId16"/>
    </p:embeddedFont>
    <p:embeddedFont>
      <p:font typeface="Barlow SemiCondensed Semi-Bold" panose="020B0604020202020204" charset="-93"/>
      <p:bold r:id="rId17"/>
    </p:embeddedFont>
    <p:embeddedFont>
      <p:font typeface="Calibri (MS)" panose="020B0604020202020204" charset="0"/>
      <p:regular r:id="rId18"/>
    </p:embeddedFont>
    <p:embeddedFont>
      <p:font typeface="Paytone One" panose="020B0604020202020204" charset="-93"/>
      <p:regular r:id="rId19"/>
    </p:embeddedFont>
    <p:embeddedFont>
      <p:font typeface="Poppins" panose="00000500000000000000" pitchFamily="2" charset="0"/>
      <p:regular r:id="rId20"/>
    </p:embeddedFont>
    <p:embeddedFont>
      <p:font typeface="Poppins Bold" panose="020B0604020202020204" charset="0"/>
      <p:bold r:id="rId21"/>
    </p:embeddedFont>
    <p:embeddedFont>
      <p:font typeface="Poppins Semi-Bold" panose="020B0604020202020204"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2" d="100"/>
          <a:sy n="52" d="100"/>
        </p:scale>
        <p:origin x="1454"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10/31/2025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10/31/2025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10/31/2025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10/31/2025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10/31/2025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jpe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vi-VN"/>
          </a:p>
        </p:txBody>
      </p:sp>
      <p:grpSp>
        <p:nvGrpSpPr>
          <p:cNvPr id="3" name="Group 3"/>
          <p:cNvGrpSpPr/>
          <p:nvPr/>
        </p:nvGrpSpPr>
        <p:grpSpPr>
          <a:xfrm rot="4288751">
            <a:off x="5974197" y="2639091"/>
            <a:ext cx="9351839" cy="2039065"/>
            <a:chOff x="0" y="0"/>
            <a:chExt cx="2795831" cy="609600"/>
          </a:xfrm>
        </p:grpSpPr>
        <p:sp>
          <p:nvSpPr>
            <p:cNvPr id="4" name="Freeform 4"/>
            <p:cNvSpPr/>
            <p:nvPr/>
          </p:nvSpPr>
          <p:spPr>
            <a:xfrm>
              <a:off x="0" y="0"/>
              <a:ext cx="2795831" cy="609600"/>
            </a:xfrm>
            <a:custGeom>
              <a:avLst/>
              <a:gdLst/>
              <a:ahLst/>
              <a:cxnLst/>
              <a:rect l="l" t="t" r="r" b="b"/>
              <a:pathLst>
                <a:path w="2795831" h="609600">
                  <a:moveTo>
                    <a:pt x="203200" y="0"/>
                  </a:moveTo>
                  <a:lnTo>
                    <a:pt x="2592631" y="0"/>
                  </a:lnTo>
                  <a:lnTo>
                    <a:pt x="2795831" y="609600"/>
                  </a:lnTo>
                  <a:lnTo>
                    <a:pt x="0" y="609600"/>
                  </a:lnTo>
                  <a:lnTo>
                    <a:pt x="203200" y="0"/>
                  </a:lnTo>
                  <a:close/>
                </a:path>
              </a:pathLst>
            </a:custGeom>
            <a:solidFill>
              <a:srgbClr val="FFFFFF">
                <a:alpha val="47843"/>
              </a:srgbClr>
            </a:solidFill>
          </p:spPr>
          <p:txBody>
            <a:bodyPr/>
            <a:lstStyle/>
            <a:p>
              <a:endParaRPr lang="vi-VN"/>
            </a:p>
          </p:txBody>
        </p:sp>
        <p:sp>
          <p:nvSpPr>
            <p:cNvPr id="5" name="TextBox 5"/>
            <p:cNvSpPr txBox="1"/>
            <p:nvPr/>
          </p:nvSpPr>
          <p:spPr>
            <a:xfrm>
              <a:off x="127000" y="-38100"/>
              <a:ext cx="2541831" cy="647700"/>
            </a:xfrm>
            <a:prstGeom prst="rect">
              <a:avLst/>
            </a:prstGeom>
          </p:spPr>
          <p:txBody>
            <a:bodyPr lIns="50800" tIns="50800" rIns="50800" bIns="50800" rtlCol="0" anchor="ctr"/>
            <a:lstStyle/>
            <a:p>
              <a:pPr algn="ctr">
                <a:lnSpc>
                  <a:spcPts val="2660"/>
                </a:lnSpc>
              </a:pPr>
              <a:endParaRPr/>
            </a:p>
          </p:txBody>
        </p:sp>
      </p:grpSp>
      <p:grpSp>
        <p:nvGrpSpPr>
          <p:cNvPr id="6" name="Group 6"/>
          <p:cNvGrpSpPr/>
          <p:nvPr/>
        </p:nvGrpSpPr>
        <p:grpSpPr>
          <a:xfrm>
            <a:off x="-4375939" y="-417465"/>
            <a:ext cx="18049165" cy="13536873"/>
            <a:chOff x="0" y="0"/>
            <a:chExt cx="812800" cy="609600"/>
          </a:xfrm>
        </p:grpSpPr>
        <p:sp>
          <p:nvSpPr>
            <p:cNvPr id="7" name="Freeform 7"/>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FFFFFF"/>
            </a:solidFill>
          </p:spPr>
          <p:txBody>
            <a:bodyPr/>
            <a:lstStyle/>
            <a:p>
              <a:endParaRPr lang="vi-VN" dirty="0"/>
            </a:p>
          </p:txBody>
        </p:sp>
        <p:sp>
          <p:nvSpPr>
            <p:cNvPr id="8" name="TextBox 8"/>
            <p:cNvSpPr txBox="1"/>
            <p:nvPr/>
          </p:nvSpPr>
          <p:spPr>
            <a:xfrm>
              <a:off x="101600" y="-38100"/>
              <a:ext cx="609600" cy="647700"/>
            </a:xfrm>
            <a:prstGeom prst="rect">
              <a:avLst/>
            </a:prstGeom>
          </p:spPr>
          <p:txBody>
            <a:bodyPr lIns="50800" tIns="50800" rIns="50800" bIns="50800" rtlCol="0" anchor="ctr"/>
            <a:lstStyle/>
            <a:p>
              <a:pPr algn="ctr">
                <a:lnSpc>
                  <a:spcPts val="2660"/>
                </a:lnSpc>
                <a:spcBef>
                  <a:spcPct val="0"/>
                </a:spcBef>
              </a:pPr>
              <a:endParaRPr/>
            </a:p>
          </p:txBody>
        </p:sp>
      </p:grpSp>
      <p:grpSp>
        <p:nvGrpSpPr>
          <p:cNvPr id="9" name="Group 9"/>
          <p:cNvGrpSpPr/>
          <p:nvPr/>
        </p:nvGrpSpPr>
        <p:grpSpPr>
          <a:xfrm rot="4288751">
            <a:off x="5848700" y="2569506"/>
            <a:ext cx="8519102" cy="1857496"/>
            <a:chOff x="0" y="0"/>
            <a:chExt cx="2795831" cy="609600"/>
          </a:xfrm>
        </p:grpSpPr>
        <p:sp>
          <p:nvSpPr>
            <p:cNvPr id="10" name="Freeform 10"/>
            <p:cNvSpPr/>
            <p:nvPr/>
          </p:nvSpPr>
          <p:spPr>
            <a:xfrm>
              <a:off x="0" y="0"/>
              <a:ext cx="2795831" cy="609600"/>
            </a:xfrm>
            <a:custGeom>
              <a:avLst/>
              <a:gdLst/>
              <a:ahLst/>
              <a:cxnLst/>
              <a:rect l="l" t="t" r="r" b="b"/>
              <a:pathLst>
                <a:path w="2795831" h="609600">
                  <a:moveTo>
                    <a:pt x="203200" y="0"/>
                  </a:moveTo>
                  <a:lnTo>
                    <a:pt x="2592631" y="0"/>
                  </a:lnTo>
                  <a:lnTo>
                    <a:pt x="2795831" y="609600"/>
                  </a:lnTo>
                  <a:lnTo>
                    <a:pt x="0" y="609600"/>
                  </a:lnTo>
                  <a:lnTo>
                    <a:pt x="203200" y="0"/>
                  </a:lnTo>
                  <a:close/>
                </a:path>
              </a:pathLst>
            </a:custGeom>
            <a:solidFill>
              <a:srgbClr val="487BA2"/>
            </a:solidFill>
          </p:spPr>
          <p:txBody>
            <a:bodyPr/>
            <a:lstStyle/>
            <a:p>
              <a:endParaRPr lang="vi-VN"/>
            </a:p>
          </p:txBody>
        </p:sp>
        <p:sp>
          <p:nvSpPr>
            <p:cNvPr id="11" name="TextBox 11"/>
            <p:cNvSpPr txBox="1"/>
            <p:nvPr/>
          </p:nvSpPr>
          <p:spPr>
            <a:xfrm>
              <a:off x="127000" y="-38100"/>
              <a:ext cx="2541831" cy="647700"/>
            </a:xfrm>
            <a:prstGeom prst="rect">
              <a:avLst/>
            </a:prstGeom>
          </p:spPr>
          <p:txBody>
            <a:bodyPr lIns="50800" tIns="50800" rIns="50800" bIns="50800" rtlCol="0" anchor="ctr"/>
            <a:lstStyle/>
            <a:p>
              <a:pPr algn="ctr">
                <a:lnSpc>
                  <a:spcPts val="2660"/>
                </a:lnSpc>
              </a:pPr>
              <a:endParaRPr/>
            </a:p>
          </p:txBody>
        </p:sp>
      </p:grpSp>
      <p:grpSp>
        <p:nvGrpSpPr>
          <p:cNvPr id="12" name="Group 12"/>
          <p:cNvGrpSpPr/>
          <p:nvPr/>
        </p:nvGrpSpPr>
        <p:grpSpPr>
          <a:xfrm rot="8569794">
            <a:off x="5001559" y="8934193"/>
            <a:ext cx="8519102" cy="1857496"/>
            <a:chOff x="0" y="0"/>
            <a:chExt cx="2795831" cy="609600"/>
          </a:xfrm>
        </p:grpSpPr>
        <p:sp>
          <p:nvSpPr>
            <p:cNvPr id="13" name="Freeform 13"/>
            <p:cNvSpPr/>
            <p:nvPr/>
          </p:nvSpPr>
          <p:spPr>
            <a:xfrm>
              <a:off x="0" y="0"/>
              <a:ext cx="2795831" cy="609600"/>
            </a:xfrm>
            <a:custGeom>
              <a:avLst/>
              <a:gdLst/>
              <a:ahLst/>
              <a:cxnLst/>
              <a:rect l="l" t="t" r="r" b="b"/>
              <a:pathLst>
                <a:path w="2795831" h="609600">
                  <a:moveTo>
                    <a:pt x="203200" y="0"/>
                  </a:moveTo>
                  <a:lnTo>
                    <a:pt x="2592631" y="0"/>
                  </a:lnTo>
                  <a:lnTo>
                    <a:pt x="2795831" y="609600"/>
                  </a:lnTo>
                  <a:lnTo>
                    <a:pt x="0" y="609600"/>
                  </a:lnTo>
                  <a:lnTo>
                    <a:pt x="203200" y="0"/>
                  </a:lnTo>
                  <a:close/>
                </a:path>
              </a:pathLst>
            </a:custGeom>
            <a:solidFill>
              <a:srgbClr val="1B517B"/>
            </a:solidFill>
          </p:spPr>
          <p:txBody>
            <a:bodyPr/>
            <a:lstStyle/>
            <a:p>
              <a:endParaRPr lang="vi-VN"/>
            </a:p>
          </p:txBody>
        </p:sp>
        <p:sp>
          <p:nvSpPr>
            <p:cNvPr id="14" name="TextBox 14"/>
            <p:cNvSpPr txBox="1"/>
            <p:nvPr/>
          </p:nvSpPr>
          <p:spPr>
            <a:xfrm>
              <a:off x="127000" y="-38100"/>
              <a:ext cx="2541831" cy="647700"/>
            </a:xfrm>
            <a:prstGeom prst="rect">
              <a:avLst/>
            </a:prstGeom>
          </p:spPr>
          <p:txBody>
            <a:bodyPr lIns="50800" tIns="50800" rIns="50800" bIns="50800" rtlCol="0" anchor="ctr"/>
            <a:lstStyle/>
            <a:p>
              <a:pPr algn="ctr">
                <a:lnSpc>
                  <a:spcPts val="2660"/>
                </a:lnSpc>
              </a:pPr>
              <a:endParaRPr/>
            </a:p>
          </p:txBody>
        </p:sp>
      </p:grpSp>
      <p:sp>
        <p:nvSpPr>
          <p:cNvPr id="15" name="Freeform 15"/>
          <p:cNvSpPr/>
          <p:nvPr/>
        </p:nvSpPr>
        <p:spPr>
          <a:xfrm>
            <a:off x="1028700" y="818326"/>
            <a:ext cx="935880" cy="890256"/>
          </a:xfrm>
          <a:custGeom>
            <a:avLst/>
            <a:gdLst/>
            <a:ahLst/>
            <a:cxnLst/>
            <a:rect l="l" t="t" r="r" b="b"/>
            <a:pathLst>
              <a:path w="935880" h="890256">
                <a:moveTo>
                  <a:pt x="0" y="0"/>
                </a:moveTo>
                <a:lnTo>
                  <a:pt x="935880" y="0"/>
                </a:lnTo>
                <a:lnTo>
                  <a:pt x="935880" y="890256"/>
                </a:lnTo>
                <a:lnTo>
                  <a:pt x="0" y="89025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vi-VN"/>
          </a:p>
        </p:txBody>
      </p:sp>
      <p:grpSp>
        <p:nvGrpSpPr>
          <p:cNvPr id="16" name="Group 16"/>
          <p:cNvGrpSpPr/>
          <p:nvPr/>
        </p:nvGrpSpPr>
        <p:grpSpPr>
          <a:xfrm>
            <a:off x="1028700" y="8482898"/>
            <a:ext cx="3933553" cy="916221"/>
            <a:chOff x="0" y="0"/>
            <a:chExt cx="1744770" cy="406400"/>
          </a:xfrm>
        </p:grpSpPr>
        <p:sp>
          <p:nvSpPr>
            <p:cNvPr id="17" name="Freeform 17"/>
            <p:cNvSpPr/>
            <p:nvPr/>
          </p:nvSpPr>
          <p:spPr>
            <a:xfrm>
              <a:off x="0" y="0"/>
              <a:ext cx="1744770" cy="406400"/>
            </a:xfrm>
            <a:custGeom>
              <a:avLst/>
              <a:gdLst/>
              <a:ahLst/>
              <a:cxnLst/>
              <a:rect l="l" t="t" r="r" b="b"/>
              <a:pathLst>
                <a:path w="1744770" h="406400">
                  <a:moveTo>
                    <a:pt x="1541570" y="0"/>
                  </a:moveTo>
                  <a:cubicBezTo>
                    <a:pt x="1653795" y="0"/>
                    <a:pt x="1744770" y="90976"/>
                    <a:pt x="1744770" y="203200"/>
                  </a:cubicBezTo>
                  <a:cubicBezTo>
                    <a:pt x="1744770" y="315424"/>
                    <a:pt x="1653795" y="406400"/>
                    <a:pt x="1541570" y="406400"/>
                  </a:cubicBezTo>
                  <a:lnTo>
                    <a:pt x="203200" y="406400"/>
                  </a:lnTo>
                  <a:cubicBezTo>
                    <a:pt x="90976" y="406400"/>
                    <a:pt x="0" y="315424"/>
                    <a:pt x="0" y="203200"/>
                  </a:cubicBezTo>
                  <a:cubicBezTo>
                    <a:pt x="0" y="90976"/>
                    <a:pt x="90976" y="0"/>
                    <a:pt x="203200" y="0"/>
                  </a:cubicBezTo>
                  <a:close/>
                </a:path>
              </a:pathLst>
            </a:custGeom>
            <a:solidFill>
              <a:srgbClr val="1B517B"/>
            </a:solidFill>
          </p:spPr>
          <p:txBody>
            <a:bodyPr/>
            <a:lstStyle/>
            <a:p>
              <a:endParaRPr lang="vi-VN"/>
            </a:p>
          </p:txBody>
        </p:sp>
        <p:sp>
          <p:nvSpPr>
            <p:cNvPr id="18" name="TextBox 18"/>
            <p:cNvSpPr txBox="1"/>
            <p:nvPr/>
          </p:nvSpPr>
          <p:spPr>
            <a:xfrm>
              <a:off x="0" y="-38100"/>
              <a:ext cx="1744770" cy="444500"/>
            </a:xfrm>
            <a:prstGeom prst="rect">
              <a:avLst/>
            </a:prstGeom>
          </p:spPr>
          <p:txBody>
            <a:bodyPr lIns="50800" tIns="50800" rIns="50800" bIns="50800" rtlCol="0" anchor="ctr"/>
            <a:lstStyle/>
            <a:p>
              <a:pPr algn="ctr">
                <a:lnSpc>
                  <a:spcPts val="2660"/>
                </a:lnSpc>
              </a:pPr>
              <a:endParaRPr/>
            </a:p>
          </p:txBody>
        </p:sp>
      </p:grpSp>
      <p:sp>
        <p:nvSpPr>
          <p:cNvPr id="19" name="Freeform 19"/>
          <p:cNvSpPr/>
          <p:nvPr/>
        </p:nvSpPr>
        <p:spPr>
          <a:xfrm>
            <a:off x="4167412" y="8638682"/>
            <a:ext cx="604654" cy="604654"/>
          </a:xfrm>
          <a:custGeom>
            <a:avLst/>
            <a:gdLst/>
            <a:ahLst/>
            <a:cxnLst/>
            <a:rect l="l" t="t" r="r" b="b"/>
            <a:pathLst>
              <a:path w="604654" h="604654">
                <a:moveTo>
                  <a:pt x="0" y="0"/>
                </a:moveTo>
                <a:lnTo>
                  <a:pt x="604653" y="0"/>
                </a:lnTo>
                <a:lnTo>
                  <a:pt x="604653" y="604654"/>
                </a:lnTo>
                <a:lnTo>
                  <a:pt x="0" y="60465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vi-VN"/>
          </a:p>
        </p:txBody>
      </p:sp>
      <p:sp>
        <p:nvSpPr>
          <p:cNvPr id="20" name="TextBox 20"/>
          <p:cNvSpPr txBox="1"/>
          <p:nvPr/>
        </p:nvSpPr>
        <p:spPr>
          <a:xfrm>
            <a:off x="2218977" y="926163"/>
            <a:ext cx="3450190" cy="638175"/>
          </a:xfrm>
          <a:prstGeom prst="rect">
            <a:avLst/>
          </a:prstGeom>
        </p:spPr>
        <p:txBody>
          <a:bodyPr lIns="0" tIns="0" rIns="0" bIns="0" rtlCol="0" anchor="t">
            <a:spAutoFit/>
          </a:bodyPr>
          <a:lstStyle/>
          <a:p>
            <a:pPr algn="l">
              <a:lnSpc>
                <a:spcPts val="4750"/>
              </a:lnSpc>
            </a:pPr>
            <a:r>
              <a:rPr lang="en-US" sz="3960" b="1">
                <a:solidFill>
                  <a:srgbClr val="1B517B"/>
                </a:solidFill>
                <a:latin typeface="Poppins Semi-Bold" panose="00000700000000000000"/>
                <a:ea typeface="Poppins Semi-Bold" panose="00000700000000000000"/>
                <a:cs typeface="Poppins Semi-Bold" panose="00000700000000000000"/>
                <a:sym typeface="Poppins Semi-Bold" panose="00000700000000000000"/>
              </a:rPr>
              <a:t>CIT</a:t>
            </a:r>
          </a:p>
        </p:txBody>
      </p:sp>
      <p:sp>
        <p:nvSpPr>
          <p:cNvPr id="21" name="TextBox 21"/>
          <p:cNvSpPr txBox="1"/>
          <p:nvPr/>
        </p:nvSpPr>
        <p:spPr>
          <a:xfrm>
            <a:off x="1028700" y="2607037"/>
            <a:ext cx="5454839" cy="1434661"/>
          </a:xfrm>
          <a:prstGeom prst="rect">
            <a:avLst/>
          </a:prstGeom>
        </p:spPr>
        <p:txBody>
          <a:bodyPr lIns="0" tIns="0" rIns="0" bIns="0" rtlCol="0" anchor="t">
            <a:spAutoFit/>
          </a:bodyPr>
          <a:lstStyle/>
          <a:p>
            <a:pPr algn="l">
              <a:lnSpc>
                <a:spcPts val="11245"/>
              </a:lnSpc>
            </a:pPr>
            <a:r>
              <a:rPr lang="en-US" sz="9370" b="1" spc="637">
                <a:solidFill>
                  <a:srgbClr val="487BA2"/>
                </a:solidFill>
                <a:latin typeface="Barlow SemiCondensed Semi-Bold" panose="00000706000000000000"/>
                <a:ea typeface="Barlow SemiCondensed Semi-Bold" panose="00000706000000000000"/>
                <a:cs typeface="Barlow SemiCondensed Semi-Bold" panose="00000706000000000000"/>
                <a:sym typeface="Barlow SemiCondensed Semi-Bold" panose="00000706000000000000"/>
              </a:rPr>
              <a:t>QUẢN LÝ</a:t>
            </a:r>
          </a:p>
        </p:txBody>
      </p:sp>
      <p:sp>
        <p:nvSpPr>
          <p:cNvPr id="22" name="TextBox 22"/>
          <p:cNvSpPr txBox="1"/>
          <p:nvPr/>
        </p:nvSpPr>
        <p:spPr>
          <a:xfrm>
            <a:off x="1028700" y="4041698"/>
            <a:ext cx="11872855" cy="1943100"/>
          </a:xfrm>
          <a:prstGeom prst="rect">
            <a:avLst/>
          </a:prstGeom>
        </p:spPr>
        <p:txBody>
          <a:bodyPr lIns="0" tIns="0" rIns="0" bIns="0" rtlCol="0" anchor="t">
            <a:spAutoFit/>
          </a:bodyPr>
          <a:lstStyle/>
          <a:p>
            <a:pPr algn="l">
              <a:lnSpc>
                <a:spcPts val="15370"/>
              </a:lnSpc>
            </a:pPr>
            <a:endParaRPr lang="en-US" sz="12810" dirty="0">
              <a:solidFill>
                <a:srgbClr val="1B517B"/>
              </a:solidFill>
              <a:latin typeface="Paytone One" panose="00000500000000000000"/>
              <a:ea typeface="Paytone One" panose="00000500000000000000"/>
              <a:cs typeface="Paytone One" panose="00000500000000000000"/>
              <a:sym typeface="Paytone One" panose="00000500000000000000"/>
            </a:endParaRPr>
          </a:p>
        </p:txBody>
      </p:sp>
      <p:sp>
        <p:nvSpPr>
          <p:cNvPr id="23" name="TextBox 23"/>
          <p:cNvSpPr txBox="1"/>
          <p:nvPr/>
        </p:nvSpPr>
        <p:spPr>
          <a:xfrm>
            <a:off x="1228175" y="8672466"/>
            <a:ext cx="2921413" cy="495300"/>
          </a:xfrm>
          <a:prstGeom prst="rect">
            <a:avLst/>
          </a:prstGeom>
        </p:spPr>
        <p:txBody>
          <a:bodyPr lIns="0" tIns="0" rIns="0" bIns="0" rtlCol="0" anchor="t">
            <a:spAutoFit/>
          </a:bodyPr>
          <a:lstStyle/>
          <a:p>
            <a:pPr algn="ctr">
              <a:lnSpc>
                <a:spcPts val="3630"/>
              </a:lnSpc>
            </a:pPr>
            <a:r>
              <a:rPr lang="en-US" sz="3025" b="1">
                <a:solidFill>
                  <a:srgbClr val="FFFFFF"/>
                </a:solidFill>
                <a:latin typeface="Poppins Semi-Bold" panose="00000700000000000000"/>
                <a:ea typeface="Poppins Semi-Bold" panose="00000700000000000000"/>
                <a:cs typeface="Poppins Semi-Bold" panose="00000700000000000000"/>
                <a:sym typeface="Poppins Semi-Bold" panose="00000700000000000000"/>
              </a:rPr>
              <a:t>GET STARTED</a:t>
            </a:r>
          </a:p>
        </p:txBody>
      </p:sp>
      <p:sp>
        <p:nvSpPr>
          <p:cNvPr id="24" name="TextBox 24"/>
          <p:cNvSpPr txBox="1"/>
          <p:nvPr/>
        </p:nvSpPr>
        <p:spPr>
          <a:xfrm>
            <a:off x="1028648" y="6134119"/>
            <a:ext cx="8586749" cy="551433"/>
          </a:xfrm>
          <a:prstGeom prst="rect">
            <a:avLst/>
          </a:prstGeom>
        </p:spPr>
        <p:txBody>
          <a:bodyPr lIns="0" tIns="0" rIns="0" bIns="0" rtlCol="0" anchor="t">
            <a:spAutoFit/>
          </a:bodyPr>
          <a:lstStyle/>
          <a:p>
            <a:pPr algn="l">
              <a:lnSpc>
                <a:spcPts val="4320"/>
              </a:lnSpc>
            </a:pPr>
            <a:r>
              <a:rPr lang="en-US" sz="3600" b="1" u="sng" dirty="0">
                <a:solidFill>
                  <a:srgbClr val="1E3D58"/>
                </a:solidFill>
                <a:latin typeface="Poppins Bold" panose="00000800000000000000"/>
                <a:ea typeface="Poppins Bold" panose="00000800000000000000"/>
                <a:cs typeface="Poppins Bold" panose="00000800000000000000"/>
                <a:sym typeface="Poppins Bold" panose="00000800000000000000"/>
              </a:rPr>
              <a:t>SV THỰC HIỆN: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577190" y="1647611"/>
            <a:ext cx="11376721" cy="8532541"/>
            <a:chOff x="0" y="0"/>
            <a:chExt cx="812800" cy="609600"/>
          </a:xfrm>
        </p:grpSpPr>
        <p:sp>
          <p:nvSpPr>
            <p:cNvPr id="3" name="Freeform 3"/>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1B517B"/>
            </a:solidFill>
          </p:spPr>
          <p:txBody>
            <a:bodyPr/>
            <a:lstStyle/>
            <a:p>
              <a:endParaRPr lang="vi-VN"/>
            </a:p>
          </p:txBody>
        </p:sp>
        <p:sp>
          <p:nvSpPr>
            <p:cNvPr id="4" name="TextBox 4"/>
            <p:cNvSpPr txBox="1"/>
            <p:nvPr/>
          </p:nvSpPr>
          <p:spPr>
            <a:xfrm>
              <a:off x="101600" y="-38100"/>
              <a:ext cx="609600" cy="64770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a:off x="6471399" y="9479080"/>
            <a:ext cx="12320774" cy="8532541"/>
            <a:chOff x="0" y="0"/>
            <a:chExt cx="880247" cy="609600"/>
          </a:xfrm>
        </p:grpSpPr>
        <p:sp>
          <p:nvSpPr>
            <p:cNvPr id="6" name="Freeform 6"/>
            <p:cNvSpPr/>
            <p:nvPr/>
          </p:nvSpPr>
          <p:spPr>
            <a:xfrm>
              <a:off x="0" y="0"/>
              <a:ext cx="880247" cy="609600"/>
            </a:xfrm>
            <a:custGeom>
              <a:avLst/>
              <a:gdLst/>
              <a:ahLst/>
              <a:cxnLst/>
              <a:rect l="l" t="t" r="r" b="b"/>
              <a:pathLst>
                <a:path w="880247" h="609600">
                  <a:moveTo>
                    <a:pt x="203200" y="0"/>
                  </a:moveTo>
                  <a:lnTo>
                    <a:pt x="880247" y="0"/>
                  </a:lnTo>
                  <a:lnTo>
                    <a:pt x="677047" y="609600"/>
                  </a:lnTo>
                  <a:lnTo>
                    <a:pt x="0" y="609600"/>
                  </a:lnTo>
                  <a:lnTo>
                    <a:pt x="203200" y="0"/>
                  </a:lnTo>
                  <a:close/>
                </a:path>
              </a:pathLst>
            </a:custGeom>
            <a:solidFill>
              <a:srgbClr val="487BA2"/>
            </a:solidFill>
          </p:spPr>
          <p:txBody>
            <a:bodyPr/>
            <a:lstStyle/>
            <a:p>
              <a:endParaRPr lang="vi-VN"/>
            </a:p>
          </p:txBody>
        </p:sp>
        <p:sp>
          <p:nvSpPr>
            <p:cNvPr id="7" name="TextBox 7"/>
            <p:cNvSpPr txBox="1"/>
            <p:nvPr/>
          </p:nvSpPr>
          <p:spPr>
            <a:xfrm>
              <a:off x="101600" y="-38100"/>
              <a:ext cx="677047" cy="647700"/>
            </a:xfrm>
            <a:prstGeom prst="rect">
              <a:avLst/>
            </a:prstGeom>
          </p:spPr>
          <p:txBody>
            <a:bodyPr lIns="50800" tIns="50800" rIns="50800" bIns="50800" rtlCol="0" anchor="ctr"/>
            <a:lstStyle/>
            <a:p>
              <a:pPr algn="ctr">
                <a:lnSpc>
                  <a:spcPts val="2660"/>
                </a:lnSpc>
              </a:pPr>
              <a:endParaRPr/>
            </a:p>
          </p:txBody>
        </p:sp>
      </p:grpSp>
      <p:grpSp>
        <p:nvGrpSpPr>
          <p:cNvPr id="8" name="Group 8"/>
          <p:cNvGrpSpPr/>
          <p:nvPr/>
        </p:nvGrpSpPr>
        <p:grpSpPr>
          <a:xfrm>
            <a:off x="5070552" y="-6327082"/>
            <a:ext cx="5115151" cy="7672726"/>
            <a:chOff x="0" y="0"/>
            <a:chExt cx="406400" cy="609600"/>
          </a:xfrm>
        </p:grpSpPr>
        <p:sp>
          <p:nvSpPr>
            <p:cNvPr id="9" name="Freeform 9"/>
            <p:cNvSpPr/>
            <p:nvPr/>
          </p:nvSpPr>
          <p:spPr>
            <a:xfrm>
              <a:off x="0" y="0"/>
              <a:ext cx="406400" cy="609600"/>
            </a:xfrm>
            <a:custGeom>
              <a:avLst/>
              <a:gdLst/>
              <a:ahLst/>
              <a:cxnLst/>
              <a:rect l="l" t="t" r="r" b="b"/>
              <a:pathLst>
                <a:path w="406400" h="609600">
                  <a:moveTo>
                    <a:pt x="203200" y="0"/>
                  </a:moveTo>
                  <a:lnTo>
                    <a:pt x="406400" y="0"/>
                  </a:lnTo>
                  <a:lnTo>
                    <a:pt x="203200" y="609600"/>
                  </a:lnTo>
                  <a:lnTo>
                    <a:pt x="0" y="609600"/>
                  </a:lnTo>
                  <a:lnTo>
                    <a:pt x="203200" y="0"/>
                  </a:lnTo>
                  <a:close/>
                </a:path>
              </a:pathLst>
            </a:custGeom>
            <a:solidFill>
              <a:srgbClr val="1B517B"/>
            </a:solidFill>
          </p:spPr>
          <p:txBody>
            <a:bodyPr/>
            <a:lstStyle/>
            <a:p>
              <a:endParaRPr lang="vi-VN"/>
            </a:p>
          </p:txBody>
        </p:sp>
        <p:sp>
          <p:nvSpPr>
            <p:cNvPr id="10" name="TextBox 10"/>
            <p:cNvSpPr txBox="1"/>
            <p:nvPr/>
          </p:nvSpPr>
          <p:spPr>
            <a:xfrm>
              <a:off x="101600" y="-38100"/>
              <a:ext cx="203200" cy="647700"/>
            </a:xfrm>
            <a:prstGeom prst="rect">
              <a:avLst/>
            </a:prstGeom>
          </p:spPr>
          <p:txBody>
            <a:bodyPr lIns="50800" tIns="50800" rIns="50800" bIns="50800" rtlCol="0" anchor="ctr"/>
            <a:lstStyle/>
            <a:p>
              <a:pPr algn="ctr">
                <a:lnSpc>
                  <a:spcPts val="2660"/>
                </a:lnSpc>
              </a:pPr>
              <a:endParaRPr/>
            </a:p>
          </p:txBody>
        </p:sp>
      </p:grpSp>
      <p:grpSp>
        <p:nvGrpSpPr>
          <p:cNvPr id="11" name="Group 11"/>
          <p:cNvGrpSpPr/>
          <p:nvPr/>
        </p:nvGrpSpPr>
        <p:grpSpPr>
          <a:xfrm>
            <a:off x="-1328409" y="-6644026"/>
            <a:ext cx="10230302" cy="7672726"/>
            <a:chOff x="0" y="0"/>
            <a:chExt cx="812800" cy="609600"/>
          </a:xfrm>
        </p:grpSpPr>
        <p:sp>
          <p:nvSpPr>
            <p:cNvPr id="12" name="Freeform 12"/>
            <p:cNvSpPr/>
            <p:nvPr/>
          </p:nvSpPr>
          <p:spPr>
            <a:xfrm>
              <a:off x="0" y="0"/>
              <a:ext cx="812800" cy="609600"/>
            </a:xfrm>
            <a:custGeom>
              <a:avLst/>
              <a:gdLst/>
              <a:ahLst/>
              <a:cxnLst/>
              <a:rect l="l" t="t" r="r" b="b"/>
              <a:pathLst>
                <a:path w="812800" h="609600">
                  <a:moveTo>
                    <a:pt x="203200" y="0"/>
                  </a:moveTo>
                  <a:lnTo>
                    <a:pt x="812800" y="0"/>
                  </a:lnTo>
                  <a:lnTo>
                    <a:pt x="609600" y="609600"/>
                  </a:lnTo>
                  <a:lnTo>
                    <a:pt x="0" y="609600"/>
                  </a:lnTo>
                  <a:lnTo>
                    <a:pt x="203200" y="0"/>
                  </a:lnTo>
                  <a:close/>
                </a:path>
              </a:pathLst>
            </a:custGeom>
            <a:solidFill>
              <a:srgbClr val="487BA2"/>
            </a:solidFill>
          </p:spPr>
          <p:txBody>
            <a:bodyPr/>
            <a:lstStyle/>
            <a:p>
              <a:endParaRPr lang="vi-VN"/>
            </a:p>
          </p:txBody>
        </p:sp>
        <p:sp>
          <p:nvSpPr>
            <p:cNvPr id="13" name="TextBox 13"/>
            <p:cNvSpPr txBox="1"/>
            <p:nvPr/>
          </p:nvSpPr>
          <p:spPr>
            <a:xfrm>
              <a:off x="101600" y="-38100"/>
              <a:ext cx="609600" cy="647700"/>
            </a:xfrm>
            <a:prstGeom prst="rect">
              <a:avLst/>
            </a:prstGeom>
          </p:spPr>
          <p:txBody>
            <a:bodyPr lIns="50800" tIns="50800" rIns="50800" bIns="50800" rtlCol="0" anchor="ctr"/>
            <a:lstStyle/>
            <a:p>
              <a:pPr algn="ctr">
                <a:lnSpc>
                  <a:spcPts val="2660"/>
                </a:lnSpc>
              </a:pPr>
              <a:endParaRPr/>
            </a:p>
          </p:txBody>
        </p:sp>
      </p:grpSp>
      <p:sp>
        <p:nvSpPr>
          <p:cNvPr id="14" name="Freeform 14"/>
          <p:cNvSpPr/>
          <p:nvPr/>
        </p:nvSpPr>
        <p:spPr>
          <a:xfrm>
            <a:off x="1028700" y="9296823"/>
            <a:ext cx="1492922" cy="364513"/>
          </a:xfrm>
          <a:custGeom>
            <a:avLst/>
            <a:gdLst/>
            <a:ahLst/>
            <a:cxnLst/>
            <a:rect l="l" t="t" r="r" b="b"/>
            <a:pathLst>
              <a:path w="1492922" h="364513">
                <a:moveTo>
                  <a:pt x="0" y="0"/>
                </a:moveTo>
                <a:lnTo>
                  <a:pt x="1492922" y="0"/>
                </a:lnTo>
                <a:lnTo>
                  <a:pt x="1492922" y="364513"/>
                </a:lnTo>
                <a:lnTo>
                  <a:pt x="0" y="364513"/>
                </a:lnTo>
                <a:lnTo>
                  <a:pt x="0" y="0"/>
                </a:lnTo>
                <a:close/>
              </a:path>
            </a:pathLst>
          </a:custGeom>
          <a:blipFill>
            <a:blip r:embed="rId2">
              <a:extLst>
                <a:ext uri="{96DAC541-7B7A-43D3-8B79-37D633B846F1}">
                  <asvg:svgBlip xmlns:asvg="http://schemas.microsoft.com/office/drawing/2016/SVG/main" r:embed="rId3"/>
                </a:ext>
              </a:extLst>
            </a:blip>
            <a:stretch>
              <a:fillRect r="-63766"/>
            </a:stretch>
          </a:blipFill>
        </p:spPr>
        <p:txBody>
          <a:bodyPr/>
          <a:lstStyle/>
          <a:p>
            <a:endParaRPr lang="vi-VN"/>
          </a:p>
        </p:txBody>
      </p:sp>
      <p:sp>
        <p:nvSpPr>
          <p:cNvPr id="15" name="TextBox 15"/>
          <p:cNvSpPr txBox="1"/>
          <p:nvPr/>
        </p:nvSpPr>
        <p:spPr>
          <a:xfrm>
            <a:off x="1028700" y="2481412"/>
            <a:ext cx="5259105" cy="828675"/>
          </a:xfrm>
          <a:prstGeom prst="rect">
            <a:avLst/>
          </a:prstGeom>
        </p:spPr>
        <p:txBody>
          <a:bodyPr lIns="0" tIns="0" rIns="0" bIns="0" rtlCol="0" anchor="t">
            <a:spAutoFit/>
          </a:bodyPr>
          <a:lstStyle/>
          <a:p>
            <a:pPr algn="l">
              <a:lnSpc>
                <a:spcPts val="6300"/>
              </a:lnSpc>
            </a:pPr>
            <a:r>
              <a:rPr lang="en-US" sz="5250" b="1">
                <a:solidFill>
                  <a:srgbClr val="000000"/>
                </a:solidFill>
                <a:latin typeface="Poppins Bold" panose="00000800000000000000"/>
                <a:ea typeface="Poppins Bold" panose="00000800000000000000"/>
                <a:cs typeface="Poppins Bold" panose="00000800000000000000"/>
                <a:sym typeface="Poppins Bold" panose="00000800000000000000"/>
              </a:rPr>
              <a:t>THÔNG TIN</a:t>
            </a:r>
          </a:p>
        </p:txBody>
      </p:sp>
      <p:grpSp>
        <p:nvGrpSpPr>
          <p:cNvPr id="16" name="Group 16"/>
          <p:cNvGrpSpPr/>
          <p:nvPr/>
        </p:nvGrpSpPr>
        <p:grpSpPr>
          <a:xfrm>
            <a:off x="10185703" y="2795204"/>
            <a:ext cx="6197812" cy="6197812"/>
            <a:chOff x="0" y="0"/>
            <a:chExt cx="8263750" cy="8263750"/>
          </a:xfrm>
        </p:grpSpPr>
        <p:grpSp>
          <p:nvGrpSpPr>
            <p:cNvPr id="17" name="Group 17"/>
            <p:cNvGrpSpPr/>
            <p:nvPr/>
          </p:nvGrpSpPr>
          <p:grpSpPr>
            <a:xfrm>
              <a:off x="0" y="0"/>
              <a:ext cx="8263750" cy="8263750"/>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7BA2"/>
              </a:solidFill>
            </p:spPr>
            <p:txBody>
              <a:bodyPr/>
              <a:lstStyle/>
              <a:p>
                <a:endParaRPr lang="vi-VN"/>
              </a:p>
            </p:txBody>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grpSp>
          <p:nvGrpSpPr>
            <p:cNvPr id="20" name="Group 20"/>
            <p:cNvGrpSpPr/>
            <p:nvPr/>
          </p:nvGrpSpPr>
          <p:grpSpPr>
            <a:xfrm>
              <a:off x="263922" y="263922"/>
              <a:ext cx="7735906" cy="773590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vi-VN"/>
              </a:p>
            </p:txBody>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2660"/>
                  </a:lnSpc>
                </a:pPr>
                <a:endParaRPr/>
              </a:p>
            </p:txBody>
          </p:sp>
        </p:grpSp>
        <p:grpSp>
          <p:nvGrpSpPr>
            <p:cNvPr id="23" name="Group 23"/>
            <p:cNvGrpSpPr/>
            <p:nvPr/>
          </p:nvGrpSpPr>
          <p:grpSpPr>
            <a:xfrm>
              <a:off x="556805" y="556819"/>
              <a:ext cx="7150141" cy="7150112"/>
              <a:chOff x="0" y="0"/>
              <a:chExt cx="6350000" cy="6349975"/>
            </a:xfrm>
          </p:grpSpPr>
          <p:sp>
            <p:nvSpPr>
              <p:cNvPr id="24" name="Freeform 24"/>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60802" r="-60802"/>
                </a:stretch>
              </a:blipFill>
            </p:spPr>
            <p:txBody>
              <a:bodyPr/>
              <a:lstStyle/>
              <a:p>
                <a:endParaRPr lang="vi-VN"/>
              </a:p>
            </p:txBody>
          </p:sp>
        </p:grpSp>
      </p:grpSp>
      <p:sp>
        <p:nvSpPr>
          <p:cNvPr id="25" name="TextBox 25"/>
          <p:cNvSpPr txBox="1"/>
          <p:nvPr/>
        </p:nvSpPr>
        <p:spPr>
          <a:xfrm>
            <a:off x="1028700" y="3775650"/>
            <a:ext cx="6599428" cy="3140075"/>
          </a:xfrm>
          <a:prstGeom prst="rect">
            <a:avLst/>
          </a:prstGeom>
        </p:spPr>
        <p:txBody>
          <a:bodyPr lIns="0" tIns="0" rIns="0" bIns="0" rtlCol="0" anchor="t">
            <a:spAutoFit/>
          </a:bodyPr>
          <a:lstStyle/>
          <a:p>
            <a:pPr algn="l">
              <a:lnSpc>
                <a:spcPts val="4900"/>
              </a:lnSpc>
            </a:pPr>
            <a:r>
              <a:rPr lang="en-US" sz="3500">
                <a:solidFill>
                  <a:srgbClr val="000000"/>
                </a:solidFill>
                <a:latin typeface="Calibri (MS)" panose="020F0502020204030204"/>
                <a:ea typeface="Calibri (MS)" panose="020F0502020204030204"/>
                <a:cs typeface="Calibri (MS)" panose="020F0502020204030204"/>
                <a:sym typeface="Calibri (MS)" panose="020F0502020204030204"/>
              </a:rPr>
              <a:t>Hỗ trợ quản lý học sinh, hồ sơ nhân viên, giáo viên, nhập và tính điểm, xếp loại học tập, giúp tối ưu hóa quản lý thông tin và tiết kiệm thời gian.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01502" y="2004086"/>
            <a:ext cx="13684995" cy="1352550"/>
          </a:xfrm>
          <a:prstGeom prst="rect">
            <a:avLst/>
          </a:prstGeom>
        </p:spPr>
        <p:txBody>
          <a:bodyPr lIns="0" tIns="0" rIns="0" bIns="0" rtlCol="0" anchor="t">
            <a:spAutoFit/>
          </a:bodyPr>
          <a:lstStyle/>
          <a:p>
            <a:pPr algn="ctr">
              <a:lnSpc>
                <a:spcPts val="10800"/>
              </a:lnSpc>
            </a:pPr>
            <a:r>
              <a:rPr lang="en-US" sz="9000">
                <a:solidFill>
                  <a:srgbClr val="1B517B"/>
                </a:solidFill>
                <a:latin typeface="Paytone One" panose="00000500000000000000"/>
                <a:ea typeface="Paytone One" panose="00000500000000000000"/>
                <a:cs typeface="Paytone One" panose="00000500000000000000"/>
                <a:sym typeface="Paytone One" panose="00000500000000000000"/>
              </a:rPr>
              <a:t>CÁC CHỨC NĂNG CHÍNH</a:t>
            </a:r>
          </a:p>
        </p:txBody>
      </p:sp>
      <p:sp>
        <p:nvSpPr>
          <p:cNvPr id="3" name="TextBox 3"/>
          <p:cNvSpPr txBox="1"/>
          <p:nvPr/>
        </p:nvSpPr>
        <p:spPr>
          <a:xfrm>
            <a:off x="1918946" y="4073322"/>
            <a:ext cx="6778377" cy="4762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Nhập thông tin học sinh khi mới vào trường.</a:t>
            </a:r>
          </a:p>
        </p:txBody>
      </p:sp>
      <p:sp>
        <p:nvSpPr>
          <p:cNvPr id="4" name="TextBox 4"/>
          <p:cNvSpPr txBox="1"/>
          <p:nvPr/>
        </p:nvSpPr>
        <p:spPr>
          <a:xfrm>
            <a:off x="1055675" y="3987597"/>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1.</a:t>
            </a:r>
          </a:p>
        </p:txBody>
      </p:sp>
      <p:grpSp>
        <p:nvGrpSpPr>
          <p:cNvPr id="5" name="Group 5"/>
          <p:cNvGrpSpPr/>
          <p:nvPr/>
        </p:nvGrpSpPr>
        <p:grpSpPr>
          <a:xfrm rot="-1807184">
            <a:off x="15856045" y="-6896868"/>
            <a:ext cx="2573469" cy="12701748"/>
            <a:chOff x="0" y="0"/>
            <a:chExt cx="677786" cy="3345316"/>
          </a:xfrm>
        </p:grpSpPr>
        <p:sp>
          <p:nvSpPr>
            <p:cNvPr id="6" name="Freeform 6"/>
            <p:cNvSpPr/>
            <p:nvPr/>
          </p:nvSpPr>
          <p:spPr>
            <a:xfrm>
              <a:off x="0" y="0"/>
              <a:ext cx="677786" cy="3345316"/>
            </a:xfrm>
            <a:custGeom>
              <a:avLst/>
              <a:gdLst/>
              <a:ahLst/>
              <a:cxnLst/>
              <a:rect l="l" t="t" r="r" b="b"/>
              <a:pathLst>
                <a:path w="677786" h="3345316">
                  <a:moveTo>
                    <a:pt x="0" y="0"/>
                  </a:moveTo>
                  <a:lnTo>
                    <a:pt x="677786" y="0"/>
                  </a:lnTo>
                  <a:lnTo>
                    <a:pt x="677786" y="3345316"/>
                  </a:lnTo>
                  <a:lnTo>
                    <a:pt x="0" y="3345316"/>
                  </a:lnTo>
                  <a:close/>
                </a:path>
              </a:pathLst>
            </a:custGeom>
            <a:solidFill>
              <a:srgbClr val="1B517B"/>
            </a:solidFill>
          </p:spPr>
          <p:txBody>
            <a:bodyPr/>
            <a:lstStyle/>
            <a:p>
              <a:endParaRPr lang="vi-VN"/>
            </a:p>
          </p:txBody>
        </p:sp>
        <p:sp>
          <p:nvSpPr>
            <p:cNvPr id="7" name="TextBox 7"/>
            <p:cNvSpPr txBox="1"/>
            <p:nvPr/>
          </p:nvSpPr>
          <p:spPr>
            <a:xfrm>
              <a:off x="0" y="-57150"/>
              <a:ext cx="677786" cy="3402466"/>
            </a:xfrm>
            <a:prstGeom prst="rect">
              <a:avLst/>
            </a:prstGeom>
          </p:spPr>
          <p:txBody>
            <a:bodyPr lIns="50800" tIns="50800" rIns="50800" bIns="50800" rtlCol="0" anchor="ctr"/>
            <a:lstStyle/>
            <a:p>
              <a:pPr algn="ctr">
                <a:lnSpc>
                  <a:spcPts val="2660"/>
                </a:lnSpc>
              </a:pPr>
              <a:endParaRPr/>
            </a:p>
          </p:txBody>
        </p:sp>
      </p:grpSp>
      <p:grpSp>
        <p:nvGrpSpPr>
          <p:cNvPr id="8" name="Group 8"/>
          <p:cNvGrpSpPr/>
          <p:nvPr/>
        </p:nvGrpSpPr>
        <p:grpSpPr>
          <a:xfrm rot="1812374">
            <a:off x="-1390769" y="-9323688"/>
            <a:ext cx="4063084" cy="17171291"/>
            <a:chOff x="0" y="0"/>
            <a:chExt cx="1070113" cy="4522480"/>
          </a:xfrm>
        </p:grpSpPr>
        <p:sp>
          <p:nvSpPr>
            <p:cNvPr id="9" name="Freeform 9"/>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1B517B"/>
            </a:solidFill>
          </p:spPr>
          <p:txBody>
            <a:bodyPr/>
            <a:lstStyle/>
            <a:p>
              <a:endParaRPr lang="vi-VN"/>
            </a:p>
          </p:txBody>
        </p:sp>
        <p:sp>
          <p:nvSpPr>
            <p:cNvPr id="10" name="TextBox 10"/>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grpSp>
        <p:nvGrpSpPr>
          <p:cNvPr id="11" name="Group 11"/>
          <p:cNvGrpSpPr/>
          <p:nvPr/>
        </p:nvGrpSpPr>
        <p:grpSpPr>
          <a:xfrm rot="-6914998">
            <a:off x="6503" y="-5051696"/>
            <a:ext cx="4063084" cy="8262910"/>
            <a:chOff x="0" y="0"/>
            <a:chExt cx="1070113" cy="2176240"/>
          </a:xfrm>
        </p:grpSpPr>
        <p:sp>
          <p:nvSpPr>
            <p:cNvPr id="12" name="Freeform 12"/>
            <p:cNvSpPr/>
            <p:nvPr/>
          </p:nvSpPr>
          <p:spPr>
            <a:xfrm>
              <a:off x="0" y="0"/>
              <a:ext cx="1070113" cy="2176240"/>
            </a:xfrm>
            <a:custGeom>
              <a:avLst/>
              <a:gdLst/>
              <a:ahLst/>
              <a:cxnLst/>
              <a:rect l="l" t="t" r="r" b="b"/>
              <a:pathLst>
                <a:path w="1070113" h="2176240">
                  <a:moveTo>
                    <a:pt x="0" y="0"/>
                  </a:moveTo>
                  <a:lnTo>
                    <a:pt x="1070113" y="0"/>
                  </a:lnTo>
                  <a:lnTo>
                    <a:pt x="1070113" y="2176240"/>
                  </a:lnTo>
                  <a:lnTo>
                    <a:pt x="0" y="2176240"/>
                  </a:lnTo>
                  <a:close/>
                </a:path>
              </a:pathLst>
            </a:custGeom>
            <a:solidFill>
              <a:srgbClr val="487BA2"/>
            </a:solidFill>
          </p:spPr>
          <p:txBody>
            <a:bodyPr/>
            <a:lstStyle/>
            <a:p>
              <a:endParaRPr lang="vi-VN"/>
            </a:p>
          </p:txBody>
        </p:sp>
        <p:sp>
          <p:nvSpPr>
            <p:cNvPr id="13" name="TextBox 13"/>
            <p:cNvSpPr txBox="1"/>
            <p:nvPr/>
          </p:nvSpPr>
          <p:spPr>
            <a:xfrm>
              <a:off x="0" y="-57150"/>
              <a:ext cx="1070113" cy="2233390"/>
            </a:xfrm>
            <a:prstGeom prst="rect">
              <a:avLst/>
            </a:prstGeom>
          </p:spPr>
          <p:txBody>
            <a:bodyPr lIns="50800" tIns="50800" rIns="50800" bIns="50800" rtlCol="0" anchor="ctr"/>
            <a:lstStyle/>
            <a:p>
              <a:pPr algn="ctr">
                <a:lnSpc>
                  <a:spcPts val="2660"/>
                </a:lnSpc>
              </a:pPr>
              <a:endParaRPr/>
            </a:p>
          </p:txBody>
        </p:sp>
      </p:grpSp>
      <p:grpSp>
        <p:nvGrpSpPr>
          <p:cNvPr id="14" name="Group 14"/>
          <p:cNvGrpSpPr/>
          <p:nvPr/>
        </p:nvGrpSpPr>
        <p:grpSpPr>
          <a:xfrm rot="-3889724">
            <a:off x="14218520" y="-5051696"/>
            <a:ext cx="4063084" cy="8262910"/>
            <a:chOff x="0" y="0"/>
            <a:chExt cx="1070113" cy="2176240"/>
          </a:xfrm>
        </p:grpSpPr>
        <p:sp>
          <p:nvSpPr>
            <p:cNvPr id="15" name="Freeform 15"/>
            <p:cNvSpPr/>
            <p:nvPr/>
          </p:nvSpPr>
          <p:spPr>
            <a:xfrm>
              <a:off x="0" y="0"/>
              <a:ext cx="1070113" cy="2176240"/>
            </a:xfrm>
            <a:custGeom>
              <a:avLst/>
              <a:gdLst/>
              <a:ahLst/>
              <a:cxnLst/>
              <a:rect l="l" t="t" r="r" b="b"/>
              <a:pathLst>
                <a:path w="1070113" h="2176240">
                  <a:moveTo>
                    <a:pt x="0" y="0"/>
                  </a:moveTo>
                  <a:lnTo>
                    <a:pt x="1070113" y="0"/>
                  </a:lnTo>
                  <a:lnTo>
                    <a:pt x="1070113" y="2176240"/>
                  </a:lnTo>
                  <a:lnTo>
                    <a:pt x="0" y="2176240"/>
                  </a:lnTo>
                  <a:close/>
                </a:path>
              </a:pathLst>
            </a:custGeom>
            <a:solidFill>
              <a:srgbClr val="487BA2"/>
            </a:solidFill>
          </p:spPr>
          <p:txBody>
            <a:bodyPr/>
            <a:lstStyle/>
            <a:p>
              <a:endParaRPr lang="vi-VN"/>
            </a:p>
          </p:txBody>
        </p:sp>
        <p:sp>
          <p:nvSpPr>
            <p:cNvPr id="16" name="TextBox 16"/>
            <p:cNvSpPr txBox="1"/>
            <p:nvPr/>
          </p:nvSpPr>
          <p:spPr>
            <a:xfrm>
              <a:off x="0" y="-57150"/>
              <a:ext cx="1070113" cy="2233390"/>
            </a:xfrm>
            <a:prstGeom prst="rect">
              <a:avLst/>
            </a:prstGeom>
          </p:spPr>
          <p:txBody>
            <a:bodyPr lIns="50800" tIns="50800" rIns="50800" bIns="50800" rtlCol="0" anchor="ctr"/>
            <a:lstStyle/>
            <a:p>
              <a:pPr algn="ctr">
                <a:lnSpc>
                  <a:spcPts val="2660"/>
                </a:lnSpc>
              </a:pPr>
              <a:endParaRPr/>
            </a:p>
          </p:txBody>
        </p:sp>
      </p:grpSp>
      <p:sp>
        <p:nvSpPr>
          <p:cNvPr id="17" name="TextBox 17"/>
          <p:cNvSpPr txBox="1"/>
          <p:nvPr/>
        </p:nvSpPr>
        <p:spPr>
          <a:xfrm>
            <a:off x="1918946" y="4859410"/>
            <a:ext cx="6778377" cy="4762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Phân lớp cho học sinh mới vào học.</a:t>
            </a:r>
          </a:p>
        </p:txBody>
      </p:sp>
      <p:sp>
        <p:nvSpPr>
          <p:cNvPr id="18" name="TextBox 18"/>
          <p:cNvSpPr txBox="1"/>
          <p:nvPr/>
        </p:nvSpPr>
        <p:spPr>
          <a:xfrm>
            <a:off x="1055675" y="4773685"/>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2.</a:t>
            </a:r>
          </a:p>
        </p:txBody>
      </p:sp>
      <p:sp>
        <p:nvSpPr>
          <p:cNvPr id="19" name="TextBox 19"/>
          <p:cNvSpPr txBox="1"/>
          <p:nvPr/>
        </p:nvSpPr>
        <p:spPr>
          <a:xfrm>
            <a:off x="1918946" y="5722865"/>
            <a:ext cx="6778377" cy="4762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Chuyển lớp cho học sinh mỗi năm học.</a:t>
            </a:r>
          </a:p>
        </p:txBody>
      </p:sp>
      <p:sp>
        <p:nvSpPr>
          <p:cNvPr id="20" name="TextBox 20"/>
          <p:cNvSpPr txBox="1"/>
          <p:nvPr/>
        </p:nvSpPr>
        <p:spPr>
          <a:xfrm>
            <a:off x="1055675" y="5637140"/>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3.</a:t>
            </a:r>
          </a:p>
        </p:txBody>
      </p:sp>
      <p:sp>
        <p:nvSpPr>
          <p:cNvPr id="21" name="TextBox 21"/>
          <p:cNvSpPr txBox="1"/>
          <p:nvPr/>
        </p:nvSpPr>
        <p:spPr>
          <a:xfrm>
            <a:off x="1918946" y="6586321"/>
            <a:ext cx="6778377" cy="4762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Nhập thông tin và chuyên môn giáo viên.</a:t>
            </a:r>
          </a:p>
        </p:txBody>
      </p:sp>
      <p:sp>
        <p:nvSpPr>
          <p:cNvPr id="22" name="TextBox 22"/>
          <p:cNvSpPr txBox="1"/>
          <p:nvPr/>
        </p:nvSpPr>
        <p:spPr>
          <a:xfrm>
            <a:off x="1055675" y="6500596"/>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4.</a:t>
            </a:r>
          </a:p>
        </p:txBody>
      </p:sp>
      <p:sp>
        <p:nvSpPr>
          <p:cNvPr id="23" name="TextBox 23"/>
          <p:cNvSpPr txBox="1"/>
          <p:nvPr/>
        </p:nvSpPr>
        <p:spPr>
          <a:xfrm>
            <a:off x="1918946" y="7373576"/>
            <a:ext cx="6778377" cy="13906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Tính điểm trung bình môn, trung bình học kỳ, trung bình cả năm và xếp loại kết quả học tập cho học sinh.</a:t>
            </a:r>
          </a:p>
        </p:txBody>
      </p:sp>
      <p:sp>
        <p:nvSpPr>
          <p:cNvPr id="24" name="TextBox 24"/>
          <p:cNvSpPr txBox="1"/>
          <p:nvPr/>
        </p:nvSpPr>
        <p:spPr>
          <a:xfrm>
            <a:off x="1055675" y="7287851"/>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5.</a:t>
            </a:r>
          </a:p>
        </p:txBody>
      </p:sp>
      <p:sp>
        <p:nvSpPr>
          <p:cNvPr id="25" name="TextBox 25"/>
          <p:cNvSpPr txBox="1"/>
          <p:nvPr/>
        </p:nvSpPr>
        <p:spPr>
          <a:xfrm>
            <a:off x="10007270" y="3945010"/>
            <a:ext cx="6778377" cy="9334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Thống kê danh sách học sinh, danh sách giáo viên.</a:t>
            </a:r>
          </a:p>
        </p:txBody>
      </p:sp>
      <p:sp>
        <p:nvSpPr>
          <p:cNvPr id="26" name="TextBox 26"/>
          <p:cNvSpPr txBox="1"/>
          <p:nvPr/>
        </p:nvSpPr>
        <p:spPr>
          <a:xfrm>
            <a:off x="9144000" y="3859285"/>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6.</a:t>
            </a:r>
          </a:p>
        </p:txBody>
      </p:sp>
      <p:sp>
        <p:nvSpPr>
          <p:cNvPr id="27" name="TextBox 27"/>
          <p:cNvSpPr txBox="1"/>
          <p:nvPr/>
        </p:nvSpPr>
        <p:spPr>
          <a:xfrm>
            <a:off x="10007270" y="5088010"/>
            <a:ext cx="6778377" cy="476250"/>
          </a:xfrm>
          <a:prstGeom prst="rect">
            <a:avLst/>
          </a:prstGeom>
        </p:spPr>
        <p:txBody>
          <a:bodyPr lIns="0" tIns="0" rIns="0" bIns="0" rtlCol="0" anchor="t">
            <a:spAutoFit/>
          </a:bodyPr>
          <a:lstStyle/>
          <a:p>
            <a:pPr algn="l">
              <a:lnSpc>
                <a:spcPts val="3600"/>
              </a:lnSpc>
            </a:pPr>
            <a:r>
              <a:rPr lang="en-US" sz="3000" b="1">
                <a:solidFill>
                  <a:srgbClr val="000000"/>
                </a:solidFill>
                <a:latin typeface="Barlow SemiCondensed Bold" panose="00000806000000000000"/>
                <a:ea typeface="Barlow SemiCondensed Bold" panose="00000806000000000000"/>
                <a:cs typeface="Barlow SemiCondensed Bold" panose="00000806000000000000"/>
                <a:sym typeface="Barlow SemiCondensed Bold" panose="00000806000000000000"/>
              </a:rPr>
              <a:t>Tìm kiếm học sinh, giáo viên.</a:t>
            </a:r>
          </a:p>
        </p:txBody>
      </p:sp>
      <p:sp>
        <p:nvSpPr>
          <p:cNvPr id="28" name="TextBox 28"/>
          <p:cNvSpPr txBox="1"/>
          <p:nvPr/>
        </p:nvSpPr>
        <p:spPr>
          <a:xfrm>
            <a:off x="9144000" y="5002285"/>
            <a:ext cx="502887" cy="634856"/>
          </a:xfrm>
          <a:prstGeom prst="rect">
            <a:avLst/>
          </a:prstGeom>
        </p:spPr>
        <p:txBody>
          <a:bodyPr lIns="0" tIns="0" rIns="0" bIns="0" rtlCol="0" anchor="t">
            <a:spAutoFit/>
          </a:bodyPr>
          <a:lstStyle/>
          <a:p>
            <a:pPr algn="r">
              <a:lnSpc>
                <a:spcPts val="4905"/>
              </a:lnSpc>
            </a:pPr>
            <a:r>
              <a:rPr lang="en-US" sz="3505" b="1">
                <a:solidFill>
                  <a:srgbClr val="000000"/>
                </a:solidFill>
                <a:latin typeface="Poppins Bold" panose="00000800000000000000"/>
                <a:ea typeface="Poppins Bold" panose="00000800000000000000"/>
                <a:cs typeface="Poppins Bold" panose="00000800000000000000"/>
                <a:sym typeface="Poppins Bold" panose="00000800000000000000"/>
              </a:rPr>
              <a:t>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92329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FLASH CREEN</a:t>
            </a:r>
          </a:p>
        </p:txBody>
      </p:sp>
      <p:pic>
        <p:nvPicPr>
          <p:cNvPr id="11" name="Picture 10"/>
          <p:cNvPicPr>
            <a:picLocks noChangeAspect="1"/>
          </p:cNvPicPr>
          <p:nvPr/>
        </p:nvPicPr>
        <p:blipFill>
          <a:blip r:embed="rId2"/>
          <a:srcRect l="2748"/>
          <a:stretch>
            <a:fillRect/>
          </a:stretch>
        </p:blipFill>
        <p:spPr>
          <a:xfrm>
            <a:off x="914400" y="1638300"/>
            <a:ext cx="13482955" cy="77730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92329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ĐĂNG NHẬP</a:t>
            </a:r>
          </a:p>
        </p:txBody>
      </p:sp>
      <p:pic>
        <p:nvPicPr>
          <p:cNvPr id="9" name="Picture 8"/>
          <p:cNvPicPr>
            <a:picLocks noChangeAspect="1"/>
          </p:cNvPicPr>
          <p:nvPr/>
        </p:nvPicPr>
        <p:blipFill>
          <a:blip r:embed="rId2"/>
          <a:stretch>
            <a:fillRect/>
          </a:stretch>
        </p:blipFill>
        <p:spPr>
          <a:xfrm>
            <a:off x="1066800" y="2019300"/>
            <a:ext cx="14630400" cy="7696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1 NHẬP THÔNG TIN HỌC SINH KHI MỚI VÀO TRƯỜNG.</a:t>
            </a:r>
          </a:p>
        </p:txBody>
      </p:sp>
      <p:pic>
        <p:nvPicPr>
          <p:cNvPr id="12" name="Picture 11"/>
          <p:cNvPicPr>
            <a:picLocks noChangeAspect="1"/>
          </p:cNvPicPr>
          <p:nvPr/>
        </p:nvPicPr>
        <p:blipFill>
          <a:blip r:embed="rId2"/>
          <a:stretch>
            <a:fillRect/>
          </a:stretch>
        </p:blipFill>
        <p:spPr>
          <a:xfrm>
            <a:off x="838200" y="2552700"/>
            <a:ext cx="14622780" cy="76123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2 PHÂN LỚP CHO HỌC SINH MỚI VÀO HỌC.</a:t>
            </a:r>
          </a:p>
        </p:txBody>
      </p:sp>
      <p:pic>
        <p:nvPicPr>
          <p:cNvPr id="11" name="Picture 10"/>
          <p:cNvPicPr>
            <a:picLocks noChangeAspect="1"/>
          </p:cNvPicPr>
          <p:nvPr/>
        </p:nvPicPr>
        <p:blipFill>
          <a:blip r:embed="rId2"/>
          <a:stretch>
            <a:fillRect/>
          </a:stretch>
        </p:blipFill>
        <p:spPr>
          <a:xfrm>
            <a:off x="838200" y="2589530"/>
            <a:ext cx="14630400" cy="73380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3 CHUYỂN LỚP CHO HỌC SINH MỖI NĂM HỌC.</a:t>
            </a:r>
          </a:p>
        </p:txBody>
      </p:sp>
      <p:pic>
        <p:nvPicPr>
          <p:cNvPr id="11" name="Picture 10"/>
          <p:cNvPicPr>
            <a:picLocks noChangeAspect="1"/>
          </p:cNvPicPr>
          <p:nvPr/>
        </p:nvPicPr>
        <p:blipFill>
          <a:blip r:embed="rId2"/>
          <a:stretch>
            <a:fillRect/>
          </a:stretch>
        </p:blipFill>
        <p:spPr>
          <a:xfrm>
            <a:off x="857250" y="2589530"/>
            <a:ext cx="14630400" cy="7505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4 NHẬP THÔNG TIN VÀ CHUYÊN MÔN GIÁO VIÊN.</a:t>
            </a:r>
          </a:p>
        </p:txBody>
      </p:sp>
      <p:pic>
        <p:nvPicPr>
          <p:cNvPr id="11" name="Picture 10"/>
          <p:cNvPicPr>
            <a:picLocks noChangeAspect="1"/>
          </p:cNvPicPr>
          <p:nvPr/>
        </p:nvPicPr>
        <p:blipFill>
          <a:blip r:embed="rId2"/>
          <a:stretch>
            <a:fillRect/>
          </a:stretch>
        </p:blipFill>
        <p:spPr>
          <a:xfrm>
            <a:off x="914400" y="2552700"/>
            <a:ext cx="14630400" cy="7543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51482"/>
            <a:ext cx="13306395" cy="2152650"/>
          </a:xfrm>
          <a:prstGeom prst="rect">
            <a:avLst/>
          </a:prstGeom>
        </p:spPr>
        <p:txBody>
          <a:bodyPr lIns="0" tIns="0" rIns="0" bIns="0" rtlCol="0" anchor="t">
            <a:spAutoFit/>
          </a:bodyPr>
          <a:lstStyle/>
          <a:p>
            <a:pPr algn="l">
              <a:lnSpc>
                <a:spcPts val="5640"/>
              </a:lnSpc>
            </a:pPr>
            <a:r>
              <a:rPr lang="en-US" sz="47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5 TÍNH ĐIỂM TRUNG BÌNH MÔN, TRUNG BÌNH HỌC KỲ, TRUNG BÌNH CẢ NĂM VÀ XẾP LOẠI KẾT QUẢ HỌC TẬP CHO HỌC SINH.</a:t>
            </a:r>
          </a:p>
        </p:txBody>
      </p:sp>
      <p:pic>
        <p:nvPicPr>
          <p:cNvPr id="11" name="Picture 10"/>
          <p:cNvPicPr>
            <a:picLocks noChangeAspect="1"/>
          </p:cNvPicPr>
          <p:nvPr/>
        </p:nvPicPr>
        <p:blipFill>
          <a:blip r:embed="rId2"/>
          <a:stretch>
            <a:fillRect/>
          </a:stretch>
        </p:blipFill>
        <p:spPr>
          <a:xfrm>
            <a:off x="914400" y="2857500"/>
            <a:ext cx="14615160" cy="73380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6 THỐNG KÊ DANH SÁCH HỌC SINH, DANH SÁCH GIÁO VIÊN.</a:t>
            </a:r>
          </a:p>
        </p:txBody>
      </p:sp>
      <p:pic>
        <p:nvPicPr>
          <p:cNvPr id="11" name="Picture 10"/>
          <p:cNvPicPr>
            <a:picLocks noChangeAspect="1"/>
          </p:cNvPicPr>
          <p:nvPr/>
        </p:nvPicPr>
        <p:blipFill>
          <a:blip r:embed="rId2"/>
          <a:stretch>
            <a:fillRect/>
          </a:stretch>
        </p:blipFill>
        <p:spPr>
          <a:xfrm>
            <a:off x="914400" y="2589530"/>
            <a:ext cx="14401800" cy="7513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808904">
            <a:off x="14559345" y="-7866239"/>
            <a:ext cx="3949924" cy="17171291"/>
            <a:chOff x="0" y="0"/>
            <a:chExt cx="1040309" cy="4522480"/>
          </a:xfrm>
        </p:grpSpPr>
        <p:sp>
          <p:nvSpPr>
            <p:cNvPr id="3" name="Freeform 3"/>
            <p:cNvSpPr/>
            <p:nvPr/>
          </p:nvSpPr>
          <p:spPr>
            <a:xfrm>
              <a:off x="0" y="0"/>
              <a:ext cx="1040309" cy="4522480"/>
            </a:xfrm>
            <a:custGeom>
              <a:avLst/>
              <a:gdLst/>
              <a:ahLst/>
              <a:cxnLst/>
              <a:rect l="l" t="t" r="r" b="b"/>
              <a:pathLst>
                <a:path w="1040309" h="4522480">
                  <a:moveTo>
                    <a:pt x="0" y="0"/>
                  </a:moveTo>
                  <a:lnTo>
                    <a:pt x="1040309" y="0"/>
                  </a:lnTo>
                  <a:lnTo>
                    <a:pt x="1040309" y="4522480"/>
                  </a:lnTo>
                  <a:lnTo>
                    <a:pt x="0" y="4522480"/>
                  </a:lnTo>
                  <a:close/>
                </a:path>
              </a:pathLst>
            </a:custGeom>
            <a:solidFill>
              <a:srgbClr val="1B517B"/>
            </a:solidFill>
          </p:spPr>
          <p:txBody>
            <a:bodyPr/>
            <a:lstStyle/>
            <a:p>
              <a:endParaRPr lang="vi-VN"/>
            </a:p>
          </p:txBody>
        </p:sp>
        <p:sp>
          <p:nvSpPr>
            <p:cNvPr id="4" name="TextBox 4"/>
            <p:cNvSpPr txBox="1"/>
            <p:nvPr/>
          </p:nvSpPr>
          <p:spPr>
            <a:xfrm>
              <a:off x="0" y="-57150"/>
              <a:ext cx="1040309" cy="4579630"/>
            </a:xfrm>
            <a:prstGeom prst="rect">
              <a:avLst/>
            </a:prstGeom>
          </p:spPr>
          <p:txBody>
            <a:bodyPr lIns="50800" tIns="50800" rIns="50800" bIns="50800" rtlCol="0" anchor="ctr"/>
            <a:lstStyle/>
            <a:p>
              <a:pPr algn="ctr">
                <a:lnSpc>
                  <a:spcPts val="2660"/>
                </a:lnSpc>
              </a:pPr>
              <a:endParaRPr/>
            </a:p>
          </p:txBody>
        </p:sp>
      </p:grpSp>
      <p:grpSp>
        <p:nvGrpSpPr>
          <p:cNvPr id="5" name="Group 5"/>
          <p:cNvGrpSpPr/>
          <p:nvPr/>
        </p:nvGrpSpPr>
        <p:grpSpPr>
          <a:xfrm rot="1521197">
            <a:off x="16540986" y="-2105097"/>
            <a:ext cx="4063084" cy="17171291"/>
            <a:chOff x="0" y="0"/>
            <a:chExt cx="1070113" cy="4522480"/>
          </a:xfrm>
        </p:grpSpPr>
        <p:sp>
          <p:nvSpPr>
            <p:cNvPr id="6" name="Freeform 6"/>
            <p:cNvSpPr/>
            <p:nvPr/>
          </p:nvSpPr>
          <p:spPr>
            <a:xfrm>
              <a:off x="0" y="0"/>
              <a:ext cx="1070113" cy="4522480"/>
            </a:xfrm>
            <a:custGeom>
              <a:avLst/>
              <a:gdLst/>
              <a:ahLst/>
              <a:cxnLst/>
              <a:rect l="l" t="t" r="r" b="b"/>
              <a:pathLst>
                <a:path w="1070113" h="4522480">
                  <a:moveTo>
                    <a:pt x="0" y="0"/>
                  </a:moveTo>
                  <a:lnTo>
                    <a:pt x="1070113" y="0"/>
                  </a:lnTo>
                  <a:lnTo>
                    <a:pt x="1070113" y="4522480"/>
                  </a:lnTo>
                  <a:lnTo>
                    <a:pt x="0" y="4522480"/>
                  </a:lnTo>
                  <a:close/>
                </a:path>
              </a:pathLst>
            </a:custGeom>
            <a:solidFill>
              <a:srgbClr val="487BA2"/>
            </a:solidFill>
          </p:spPr>
          <p:txBody>
            <a:bodyPr/>
            <a:lstStyle/>
            <a:p>
              <a:endParaRPr lang="vi-VN"/>
            </a:p>
          </p:txBody>
        </p:sp>
        <p:sp>
          <p:nvSpPr>
            <p:cNvPr id="7" name="TextBox 7"/>
            <p:cNvSpPr txBox="1"/>
            <p:nvPr/>
          </p:nvSpPr>
          <p:spPr>
            <a:xfrm>
              <a:off x="0" y="-57150"/>
              <a:ext cx="1070113" cy="4579630"/>
            </a:xfrm>
            <a:prstGeom prst="rect">
              <a:avLst/>
            </a:prstGeom>
          </p:spPr>
          <p:txBody>
            <a:bodyPr lIns="50800" tIns="50800" rIns="50800" bIns="50800" rtlCol="0" anchor="ctr"/>
            <a:lstStyle/>
            <a:p>
              <a:pPr algn="ctr">
                <a:lnSpc>
                  <a:spcPts val="2660"/>
                </a:lnSpc>
              </a:pPr>
              <a:endParaRPr/>
            </a:p>
          </p:txBody>
        </p:sp>
      </p:grpSp>
      <p:sp>
        <p:nvSpPr>
          <p:cNvPr id="8" name="TextBox 8"/>
          <p:cNvSpPr txBox="1"/>
          <p:nvPr/>
        </p:nvSpPr>
        <p:spPr>
          <a:xfrm>
            <a:off x="857250" y="741957"/>
            <a:ext cx="9067905" cy="1847850"/>
          </a:xfrm>
          <a:prstGeom prst="rect">
            <a:avLst/>
          </a:prstGeom>
        </p:spPr>
        <p:txBody>
          <a:bodyPr lIns="0" tIns="0" rIns="0" bIns="0" rtlCol="0" anchor="t">
            <a:spAutoFit/>
          </a:bodyPr>
          <a:lstStyle/>
          <a:p>
            <a:pPr algn="l">
              <a:lnSpc>
                <a:spcPts val="7200"/>
              </a:lnSpc>
            </a:pPr>
            <a:r>
              <a:rPr lang="en-US" sz="6000" b="1">
                <a:solidFill>
                  <a:srgbClr val="1B517B"/>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7 TÌM KIẾM HỌC SINH, GIÁO VIÊN.</a:t>
            </a:r>
          </a:p>
        </p:txBody>
      </p:sp>
      <p:pic>
        <p:nvPicPr>
          <p:cNvPr id="11" name="Picture 10"/>
          <p:cNvPicPr>
            <a:picLocks noChangeAspect="1"/>
          </p:cNvPicPr>
          <p:nvPr/>
        </p:nvPicPr>
        <p:blipFill>
          <a:blip r:embed="rId2"/>
          <a:stretch>
            <a:fillRect/>
          </a:stretch>
        </p:blipFill>
        <p:spPr>
          <a:xfrm>
            <a:off x="857250" y="2589530"/>
            <a:ext cx="14592300" cy="7482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9625" b="-20744"/>
            </a:stretch>
          </a:blipFill>
        </p:spPr>
        <p:txBody>
          <a:bodyPr/>
          <a:lstStyle/>
          <a:p>
            <a:endParaRPr lang="vi-VN"/>
          </a:p>
        </p:txBody>
      </p:sp>
      <p:sp>
        <p:nvSpPr>
          <p:cNvPr id="3" name="Freeform 3"/>
          <p:cNvSpPr/>
          <p:nvPr/>
        </p:nvSpPr>
        <p:spPr>
          <a:xfrm>
            <a:off x="6695042" y="970415"/>
            <a:ext cx="1194811" cy="1136564"/>
          </a:xfrm>
          <a:custGeom>
            <a:avLst/>
            <a:gdLst/>
            <a:ahLst/>
            <a:cxnLst/>
            <a:rect l="l" t="t" r="r" b="b"/>
            <a:pathLst>
              <a:path w="1194811" h="1136564">
                <a:moveTo>
                  <a:pt x="0" y="0"/>
                </a:moveTo>
                <a:lnTo>
                  <a:pt x="1194812" y="0"/>
                </a:lnTo>
                <a:lnTo>
                  <a:pt x="1194812" y="1136564"/>
                </a:lnTo>
                <a:lnTo>
                  <a:pt x="0" y="11365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vi-VN"/>
          </a:p>
        </p:txBody>
      </p:sp>
      <p:sp>
        <p:nvSpPr>
          <p:cNvPr id="4" name="TextBox 4"/>
          <p:cNvSpPr txBox="1"/>
          <p:nvPr/>
        </p:nvSpPr>
        <p:spPr>
          <a:xfrm>
            <a:off x="4318720" y="3316654"/>
            <a:ext cx="9669610" cy="2058357"/>
          </a:xfrm>
          <a:prstGeom prst="rect">
            <a:avLst/>
          </a:prstGeom>
        </p:spPr>
        <p:txBody>
          <a:bodyPr lIns="0" tIns="0" rIns="0" bIns="0" rtlCol="0" anchor="t">
            <a:spAutoFit/>
          </a:bodyPr>
          <a:lstStyle/>
          <a:p>
            <a:pPr algn="ctr">
              <a:lnSpc>
                <a:spcPts val="16230"/>
              </a:lnSpc>
            </a:pPr>
            <a:r>
              <a:rPr lang="en-US" sz="13525" b="1">
                <a:solidFill>
                  <a:srgbClr val="FFFFFF"/>
                </a:solidFill>
                <a:latin typeface="Barlow SemiCondensed Heavy" panose="00000A06000000000000"/>
                <a:ea typeface="Barlow SemiCondensed Heavy" panose="00000A06000000000000"/>
                <a:cs typeface="Barlow SemiCondensed Heavy" panose="00000A06000000000000"/>
                <a:sym typeface="Barlow SemiCondensed Heavy" panose="00000A06000000000000"/>
              </a:rPr>
              <a:t>THANK YOU</a:t>
            </a:r>
          </a:p>
        </p:txBody>
      </p:sp>
      <p:sp>
        <p:nvSpPr>
          <p:cNvPr id="5" name="TextBox 5"/>
          <p:cNvSpPr txBox="1"/>
          <p:nvPr/>
        </p:nvSpPr>
        <p:spPr>
          <a:xfrm>
            <a:off x="8272079" y="1248255"/>
            <a:ext cx="3203431" cy="554566"/>
          </a:xfrm>
          <a:prstGeom prst="rect">
            <a:avLst/>
          </a:prstGeom>
        </p:spPr>
        <p:txBody>
          <a:bodyPr lIns="0" tIns="0" rIns="0" bIns="0" rtlCol="0" anchor="t">
            <a:spAutoFit/>
          </a:bodyPr>
          <a:lstStyle/>
          <a:p>
            <a:pPr algn="l">
              <a:lnSpc>
                <a:spcPts val="4170"/>
              </a:lnSpc>
            </a:pPr>
            <a:r>
              <a:rPr lang="en-US" sz="3475" b="1">
                <a:solidFill>
                  <a:srgbClr val="FFFFFF"/>
                </a:solidFill>
                <a:latin typeface="Poppins Bold" panose="00000800000000000000"/>
                <a:ea typeface="Poppins Bold" panose="00000800000000000000"/>
                <a:cs typeface="Poppins Bold" panose="00000800000000000000"/>
                <a:sym typeface="Poppins Bold" panose="00000800000000000000"/>
              </a:rPr>
              <a:t>CIT</a:t>
            </a:r>
          </a:p>
        </p:txBody>
      </p:sp>
      <p:sp>
        <p:nvSpPr>
          <p:cNvPr id="6" name="TextBox 6"/>
          <p:cNvSpPr txBox="1"/>
          <p:nvPr/>
        </p:nvSpPr>
        <p:spPr>
          <a:xfrm>
            <a:off x="6880324" y="6513612"/>
            <a:ext cx="4527351" cy="674112"/>
          </a:xfrm>
          <a:prstGeom prst="rect">
            <a:avLst/>
          </a:prstGeom>
        </p:spPr>
        <p:txBody>
          <a:bodyPr lIns="0" tIns="0" rIns="0" bIns="0" rtlCol="0" anchor="t">
            <a:spAutoFit/>
          </a:bodyPr>
          <a:lstStyle/>
          <a:p>
            <a:pPr algn="ctr">
              <a:lnSpc>
                <a:spcPts val="5160"/>
              </a:lnSpc>
            </a:pPr>
            <a:r>
              <a:rPr lang="en-US" sz="4300" b="1">
                <a:solidFill>
                  <a:srgbClr val="FFFFFF"/>
                </a:solidFill>
                <a:latin typeface="Poppins Bold" panose="00000800000000000000"/>
                <a:ea typeface="Poppins Bold" panose="00000800000000000000"/>
                <a:cs typeface="Poppins Bold" panose="00000800000000000000"/>
                <a:sym typeface="Poppins Bold" panose="00000800000000000000"/>
              </a:rPr>
              <a:t>OUR CONTACT</a:t>
            </a:r>
          </a:p>
        </p:txBody>
      </p:sp>
      <p:sp>
        <p:nvSpPr>
          <p:cNvPr id="7" name="Freeform 7"/>
          <p:cNvSpPr/>
          <p:nvPr/>
        </p:nvSpPr>
        <p:spPr>
          <a:xfrm>
            <a:off x="8820459" y="7793007"/>
            <a:ext cx="365705" cy="365705"/>
          </a:xfrm>
          <a:custGeom>
            <a:avLst/>
            <a:gdLst/>
            <a:ahLst/>
            <a:cxnLst/>
            <a:rect l="l" t="t" r="r" b="b"/>
            <a:pathLst>
              <a:path w="365705" h="365705">
                <a:moveTo>
                  <a:pt x="0" y="0"/>
                </a:moveTo>
                <a:lnTo>
                  <a:pt x="365705" y="0"/>
                </a:lnTo>
                <a:lnTo>
                  <a:pt x="365705" y="365705"/>
                </a:lnTo>
                <a:lnTo>
                  <a:pt x="0" y="36570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vi-VN"/>
          </a:p>
        </p:txBody>
      </p:sp>
      <p:sp>
        <p:nvSpPr>
          <p:cNvPr id="8" name="Freeform 8"/>
          <p:cNvSpPr/>
          <p:nvPr/>
        </p:nvSpPr>
        <p:spPr>
          <a:xfrm>
            <a:off x="3929656" y="7793007"/>
            <a:ext cx="365705" cy="365705"/>
          </a:xfrm>
          <a:custGeom>
            <a:avLst/>
            <a:gdLst/>
            <a:ahLst/>
            <a:cxnLst/>
            <a:rect l="l" t="t" r="r" b="b"/>
            <a:pathLst>
              <a:path w="365705" h="365705">
                <a:moveTo>
                  <a:pt x="0" y="0"/>
                </a:moveTo>
                <a:lnTo>
                  <a:pt x="365704" y="0"/>
                </a:lnTo>
                <a:lnTo>
                  <a:pt x="365704" y="365705"/>
                </a:lnTo>
                <a:lnTo>
                  <a:pt x="0" y="36570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vi-VN"/>
          </a:p>
        </p:txBody>
      </p:sp>
      <p:sp>
        <p:nvSpPr>
          <p:cNvPr id="9" name="Freeform 9"/>
          <p:cNvSpPr/>
          <p:nvPr/>
        </p:nvSpPr>
        <p:spPr>
          <a:xfrm>
            <a:off x="3929656" y="8400591"/>
            <a:ext cx="365705" cy="365705"/>
          </a:xfrm>
          <a:custGeom>
            <a:avLst/>
            <a:gdLst/>
            <a:ahLst/>
            <a:cxnLst/>
            <a:rect l="l" t="t" r="r" b="b"/>
            <a:pathLst>
              <a:path w="365705" h="365705">
                <a:moveTo>
                  <a:pt x="0" y="0"/>
                </a:moveTo>
                <a:lnTo>
                  <a:pt x="365704" y="0"/>
                </a:lnTo>
                <a:lnTo>
                  <a:pt x="365704" y="365705"/>
                </a:lnTo>
                <a:lnTo>
                  <a:pt x="0" y="3657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vi-VN"/>
          </a:p>
        </p:txBody>
      </p:sp>
      <p:sp>
        <p:nvSpPr>
          <p:cNvPr id="10" name="Freeform 10"/>
          <p:cNvSpPr/>
          <p:nvPr/>
        </p:nvSpPr>
        <p:spPr>
          <a:xfrm>
            <a:off x="8820459" y="8400591"/>
            <a:ext cx="365705" cy="365705"/>
          </a:xfrm>
          <a:custGeom>
            <a:avLst/>
            <a:gdLst/>
            <a:ahLst/>
            <a:cxnLst/>
            <a:rect l="l" t="t" r="r" b="b"/>
            <a:pathLst>
              <a:path w="365705" h="365705">
                <a:moveTo>
                  <a:pt x="0" y="0"/>
                </a:moveTo>
                <a:lnTo>
                  <a:pt x="365705" y="0"/>
                </a:lnTo>
                <a:lnTo>
                  <a:pt x="365705" y="365705"/>
                </a:lnTo>
                <a:lnTo>
                  <a:pt x="0" y="365705"/>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vi-VN"/>
          </a:p>
        </p:txBody>
      </p:sp>
      <p:sp>
        <p:nvSpPr>
          <p:cNvPr id="11" name="TextBox 11"/>
          <p:cNvSpPr txBox="1"/>
          <p:nvPr/>
        </p:nvSpPr>
        <p:spPr>
          <a:xfrm>
            <a:off x="4485147" y="7718740"/>
            <a:ext cx="3117306" cy="485663"/>
          </a:xfrm>
          <a:prstGeom prst="rect">
            <a:avLst/>
          </a:prstGeom>
        </p:spPr>
        <p:txBody>
          <a:bodyPr lIns="0" tIns="0" rIns="0" bIns="0" rtlCol="0" anchor="t">
            <a:spAutoFit/>
          </a:bodyPr>
          <a:lstStyle/>
          <a:p>
            <a:pPr algn="l">
              <a:lnSpc>
                <a:spcPts val="3600"/>
              </a:lnSpc>
            </a:pPr>
            <a:r>
              <a:rPr lang="en-US" sz="3000">
                <a:solidFill>
                  <a:srgbClr val="FFFFFF"/>
                </a:solidFill>
                <a:latin typeface="Poppins" panose="00000500000000000000"/>
                <a:ea typeface="Poppins" panose="00000500000000000000"/>
                <a:cs typeface="Poppins" panose="00000500000000000000"/>
                <a:sym typeface="Poppins" panose="00000500000000000000"/>
              </a:rPr>
              <a:t>123-456-7890</a:t>
            </a:r>
          </a:p>
        </p:txBody>
      </p:sp>
      <p:sp>
        <p:nvSpPr>
          <p:cNvPr id="12" name="TextBox 12"/>
          <p:cNvSpPr txBox="1"/>
          <p:nvPr/>
        </p:nvSpPr>
        <p:spPr>
          <a:xfrm>
            <a:off x="4485147" y="8326324"/>
            <a:ext cx="4018973" cy="485663"/>
          </a:xfrm>
          <a:prstGeom prst="rect">
            <a:avLst/>
          </a:prstGeom>
        </p:spPr>
        <p:txBody>
          <a:bodyPr lIns="0" tIns="0" rIns="0" bIns="0" rtlCol="0" anchor="t">
            <a:spAutoFit/>
          </a:bodyPr>
          <a:lstStyle/>
          <a:p>
            <a:pPr algn="l">
              <a:lnSpc>
                <a:spcPts val="3600"/>
              </a:lnSpc>
            </a:pPr>
            <a:r>
              <a:rPr lang="en-US" sz="3000">
                <a:solidFill>
                  <a:srgbClr val="FFFFFF"/>
                </a:solidFill>
                <a:latin typeface="Poppins" panose="00000500000000000000"/>
                <a:ea typeface="Poppins" panose="00000500000000000000"/>
                <a:cs typeface="Poppins" panose="00000500000000000000"/>
                <a:sym typeface="Poppins" panose="00000500000000000000"/>
              </a:rPr>
              <a:t>reallygreatsite.com </a:t>
            </a:r>
          </a:p>
        </p:txBody>
      </p:sp>
      <p:sp>
        <p:nvSpPr>
          <p:cNvPr id="13" name="TextBox 13"/>
          <p:cNvSpPr txBox="1"/>
          <p:nvPr/>
        </p:nvSpPr>
        <p:spPr>
          <a:xfrm>
            <a:off x="9375951" y="7718740"/>
            <a:ext cx="5446477" cy="485663"/>
          </a:xfrm>
          <a:prstGeom prst="rect">
            <a:avLst/>
          </a:prstGeom>
        </p:spPr>
        <p:txBody>
          <a:bodyPr lIns="0" tIns="0" rIns="0" bIns="0" rtlCol="0" anchor="t">
            <a:spAutoFit/>
          </a:bodyPr>
          <a:lstStyle/>
          <a:p>
            <a:pPr algn="l">
              <a:lnSpc>
                <a:spcPts val="3600"/>
              </a:lnSpc>
            </a:pPr>
            <a:r>
              <a:rPr lang="en-US" sz="3000">
                <a:solidFill>
                  <a:srgbClr val="FFFFFF"/>
                </a:solidFill>
                <a:latin typeface="Poppins" panose="00000500000000000000"/>
                <a:ea typeface="Poppins" panose="00000500000000000000"/>
                <a:cs typeface="Poppins" panose="00000500000000000000"/>
                <a:sym typeface="Poppins" panose="00000500000000000000"/>
              </a:rPr>
              <a:t>hello@reallygreatsite.com</a:t>
            </a:r>
          </a:p>
        </p:txBody>
      </p:sp>
      <p:sp>
        <p:nvSpPr>
          <p:cNvPr id="14" name="TextBox 14"/>
          <p:cNvSpPr txBox="1"/>
          <p:nvPr/>
        </p:nvSpPr>
        <p:spPr>
          <a:xfrm>
            <a:off x="9375951" y="8326324"/>
            <a:ext cx="5296346" cy="485663"/>
          </a:xfrm>
          <a:prstGeom prst="rect">
            <a:avLst/>
          </a:prstGeom>
        </p:spPr>
        <p:txBody>
          <a:bodyPr lIns="0" tIns="0" rIns="0" bIns="0" rtlCol="0" anchor="t">
            <a:spAutoFit/>
          </a:bodyPr>
          <a:lstStyle/>
          <a:p>
            <a:pPr algn="l">
              <a:lnSpc>
                <a:spcPts val="3600"/>
              </a:lnSpc>
            </a:pPr>
            <a:r>
              <a:rPr lang="en-US" sz="3000">
                <a:solidFill>
                  <a:srgbClr val="FFFFFF"/>
                </a:solidFill>
                <a:latin typeface="Poppins" panose="00000500000000000000"/>
                <a:ea typeface="Poppins" panose="00000500000000000000"/>
                <a:cs typeface="Poppins" panose="00000500000000000000"/>
                <a:sym typeface="Poppins" panose="00000500000000000000"/>
              </a:rPr>
              <a:t>123 Anywhere St., Any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265</Words>
  <Application>Microsoft Office PowerPoint</Application>
  <PresentationFormat>Custom</PresentationFormat>
  <Paragraphs>37</Paragraphs>
  <Slides>13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13</vt:i4>
      </vt:variant>
    </vt:vector>
  </HeadingPairs>
  <TitlesOfParts>
    <vt:vector size="24" baseType="lpstr">
      <vt:lpstr>Barlow SemiCondensed Semi-Bold</vt:lpstr>
      <vt:lpstr>Barlow SemiCondensed Bold</vt:lpstr>
      <vt:lpstr>Arial</vt:lpstr>
      <vt:lpstr>Paytone One</vt:lpstr>
      <vt:lpstr>Poppins</vt:lpstr>
      <vt:lpstr>Poppins Semi-Bold</vt:lpstr>
      <vt:lpstr>Calibri</vt:lpstr>
      <vt:lpstr>Poppins Bold</vt:lpstr>
      <vt:lpstr>Barlow SemiCondensed Heavy</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dc:title>
  <dc:creator>Tủnn IT</dc:creator>
  <cp:lastModifiedBy>Tuấn Anh Lê</cp:lastModifiedBy>
  <cp:revision>5</cp:revision>
  <dcterms:created xsi:type="dcterms:W3CDTF">2006-08-16T00:00:00Z</dcterms:created>
  <dcterms:modified xsi:type="dcterms:W3CDTF">2025-10-31T08:31:17Z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AB7DDD936F1B49EFB815425DDBD640EC_12</vt:lpwstr>
  </property>
  <property fmtid="{D5CDD505-2E9C-101B-9397-08002B2CF9AE}" pid="3" name="KSOProductBuildVer">
    <vt:lpwstr>1033-12.2.0.19805</vt:lpwstr>
  </property>
</Properties>
</file>